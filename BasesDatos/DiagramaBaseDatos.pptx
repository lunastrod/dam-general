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sldIdLst>
    <p:sldId id="256" r:id="rId2"/>
  </p:sldIdLst>
  <p:sldSz cx="51120675" cy="51120675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>
        <p:scale>
          <a:sx n="50" d="100"/>
          <a:sy n="50" d="100"/>
        </p:scale>
        <p:origin x="-3276" y="-55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834051" y="8366281"/>
            <a:ext cx="43452574" cy="17797568"/>
          </a:xfrm>
        </p:spPr>
        <p:txBody>
          <a:bodyPr anchor="b"/>
          <a:lstStyle>
            <a:lvl1pPr algn="ctr">
              <a:defRPr sz="33544"/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390085" y="26850192"/>
            <a:ext cx="38340506" cy="12342326"/>
          </a:xfrm>
        </p:spPr>
        <p:txBody>
          <a:bodyPr/>
          <a:lstStyle>
            <a:lvl1pPr marL="0" indent="0" algn="ctr">
              <a:buNone/>
              <a:defRPr sz="13417"/>
            </a:lvl1pPr>
            <a:lvl2pPr marL="2556022" indent="0" algn="ctr">
              <a:buNone/>
              <a:defRPr sz="11181"/>
            </a:lvl2pPr>
            <a:lvl3pPr marL="5112045" indent="0" algn="ctr">
              <a:buNone/>
              <a:defRPr sz="10063"/>
            </a:lvl3pPr>
            <a:lvl4pPr marL="7668067" indent="0" algn="ctr">
              <a:buNone/>
              <a:defRPr sz="8945"/>
            </a:lvl4pPr>
            <a:lvl5pPr marL="10224089" indent="0" algn="ctr">
              <a:buNone/>
              <a:defRPr sz="8945"/>
            </a:lvl5pPr>
            <a:lvl6pPr marL="12780112" indent="0" algn="ctr">
              <a:buNone/>
              <a:defRPr sz="8945"/>
            </a:lvl6pPr>
            <a:lvl7pPr marL="15336134" indent="0" algn="ctr">
              <a:buNone/>
              <a:defRPr sz="8945"/>
            </a:lvl7pPr>
            <a:lvl8pPr marL="17892156" indent="0" algn="ctr">
              <a:buNone/>
              <a:defRPr sz="8945"/>
            </a:lvl8pPr>
            <a:lvl9pPr marL="20448179" indent="0" algn="ctr">
              <a:buNone/>
              <a:defRPr sz="8945"/>
            </a:lvl9pPr>
          </a:lstStyle>
          <a:p>
            <a:r>
              <a:rPr lang="es-ES" smtClean="0"/>
              <a:t>Haga clic para editar el estilo de subtítulo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E5C244-9272-49EA-B6B0-10047BBD6241}" type="datetimeFigureOut">
              <a:rPr lang="es-ES" smtClean="0"/>
              <a:t>08/10/2025</a:t>
            </a:fld>
            <a:endParaRPr lang="es-E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89A41E-705D-411A-8C5C-8E4346AE35FD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42168819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E5C244-9272-49EA-B6B0-10047BBD6241}" type="datetimeFigureOut">
              <a:rPr lang="es-ES" smtClean="0"/>
              <a:t>08/10/2025</a:t>
            </a:fld>
            <a:endParaRPr lang="es-E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89A41E-705D-411A-8C5C-8E4346AE35FD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33783017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87924" y="12744683"/>
            <a:ext cx="44091582" cy="21264777"/>
          </a:xfrm>
        </p:spPr>
        <p:txBody>
          <a:bodyPr anchor="b"/>
          <a:lstStyle>
            <a:lvl1pPr>
              <a:defRPr sz="33544"/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487924" y="34210633"/>
            <a:ext cx="44091582" cy="11182644"/>
          </a:xfrm>
        </p:spPr>
        <p:txBody>
          <a:bodyPr/>
          <a:lstStyle>
            <a:lvl1pPr marL="0" indent="0">
              <a:buNone/>
              <a:defRPr sz="13417">
                <a:solidFill>
                  <a:schemeClr val="tx1"/>
                </a:solidFill>
              </a:defRPr>
            </a:lvl1pPr>
            <a:lvl2pPr marL="2556022" indent="0">
              <a:buNone/>
              <a:defRPr sz="11181">
                <a:solidFill>
                  <a:schemeClr val="tx1">
                    <a:tint val="75000"/>
                  </a:schemeClr>
                </a:solidFill>
              </a:defRPr>
            </a:lvl2pPr>
            <a:lvl3pPr marL="5112045" indent="0">
              <a:buNone/>
              <a:defRPr sz="10063">
                <a:solidFill>
                  <a:schemeClr val="tx1">
                    <a:tint val="75000"/>
                  </a:schemeClr>
                </a:solidFill>
              </a:defRPr>
            </a:lvl3pPr>
            <a:lvl4pPr marL="7668067" indent="0">
              <a:buNone/>
              <a:defRPr sz="8945">
                <a:solidFill>
                  <a:schemeClr val="tx1">
                    <a:tint val="75000"/>
                  </a:schemeClr>
                </a:solidFill>
              </a:defRPr>
            </a:lvl4pPr>
            <a:lvl5pPr marL="10224089" indent="0">
              <a:buNone/>
              <a:defRPr sz="8945">
                <a:solidFill>
                  <a:schemeClr val="tx1">
                    <a:tint val="75000"/>
                  </a:schemeClr>
                </a:solidFill>
              </a:defRPr>
            </a:lvl5pPr>
            <a:lvl6pPr marL="12780112" indent="0">
              <a:buNone/>
              <a:defRPr sz="8945">
                <a:solidFill>
                  <a:schemeClr val="tx1">
                    <a:tint val="75000"/>
                  </a:schemeClr>
                </a:solidFill>
              </a:defRPr>
            </a:lvl6pPr>
            <a:lvl7pPr marL="15336134" indent="0">
              <a:buNone/>
              <a:defRPr sz="8945">
                <a:solidFill>
                  <a:schemeClr val="tx1">
                    <a:tint val="75000"/>
                  </a:schemeClr>
                </a:solidFill>
              </a:defRPr>
            </a:lvl7pPr>
            <a:lvl8pPr marL="17892156" indent="0">
              <a:buNone/>
              <a:defRPr sz="8945">
                <a:solidFill>
                  <a:schemeClr val="tx1">
                    <a:tint val="75000"/>
                  </a:schemeClr>
                </a:solidFill>
              </a:defRPr>
            </a:lvl8pPr>
            <a:lvl9pPr marL="20448179" indent="0">
              <a:buNone/>
              <a:defRPr sz="8945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E5C244-9272-49EA-B6B0-10047BBD6241}" type="datetimeFigureOut">
              <a:rPr lang="es-ES" smtClean="0"/>
              <a:t>08/10/2025</a:t>
            </a:fld>
            <a:endParaRPr lang="es-E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89A41E-705D-411A-8C5C-8E4346AE35FD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53630078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514546" y="13608513"/>
            <a:ext cx="21726287" cy="32435599"/>
          </a:xfrm>
        </p:spPr>
        <p:txBody>
          <a:bodyPr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5879842" y="13608513"/>
            <a:ext cx="21726287" cy="32435599"/>
          </a:xfrm>
        </p:spPr>
        <p:txBody>
          <a:bodyPr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E5C244-9272-49EA-B6B0-10047BBD6241}" type="datetimeFigureOut">
              <a:rPr lang="es-ES" smtClean="0"/>
              <a:t>08/10/2025</a:t>
            </a:fld>
            <a:endParaRPr lang="es-E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89A41E-705D-411A-8C5C-8E4346AE35FD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921658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21205" y="2721714"/>
            <a:ext cx="44091582" cy="9880968"/>
          </a:xfrm>
        </p:spPr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521211" y="12531669"/>
            <a:ext cx="21626438" cy="6141577"/>
          </a:xfrm>
        </p:spPr>
        <p:txBody>
          <a:bodyPr anchor="b"/>
          <a:lstStyle>
            <a:lvl1pPr marL="0" indent="0">
              <a:buNone/>
              <a:defRPr sz="13417" b="1"/>
            </a:lvl1pPr>
            <a:lvl2pPr marL="2556022" indent="0">
              <a:buNone/>
              <a:defRPr sz="11181" b="1"/>
            </a:lvl2pPr>
            <a:lvl3pPr marL="5112045" indent="0">
              <a:buNone/>
              <a:defRPr sz="10063" b="1"/>
            </a:lvl3pPr>
            <a:lvl4pPr marL="7668067" indent="0">
              <a:buNone/>
              <a:defRPr sz="8945" b="1"/>
            </a:lvl4pPr>
            <a:lvl5pPr marL="10224089" indent="0">
              <a:buNone/>
              <a:defRPr sz="8945" b="1"/>
            </a:lvl5pPr>
            <a:lvl6pPr marL="12780112" indent="0">
              <a:buNone/>
              <a:defRPr sz="8945" b="1"/>
            </a:lvl6pPr>
            <a:lvl7pPr marL="15336134" indent="0">
              <a:buNone/>
              <a:defRPr sz="8945" b="1"/>
            </a:lvl7pPr>
            <a:lvl8pPr marL="17892156" indent="0">
              <a:buNone/>
              <a:defRPr sz="8945" b="1"/>
            </a:lvl8pPr>
            <a:lvl9pPr marL="20448179" indent="0">
              <a:buNone/>
              <a:defRPr sz="8945" b="1"/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521211" y="18673247"/>
            <a:ext cx="21626438" cy="27465533"/>
          </a:xfrm>
        </p:spPr>
        <p:txBody>
          <a:bodyPr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25879845" y="12531669"/>
            <a:ext cx="21732945" cy="6141577"/>
          </a:xfrm>
        </p:spPr>
        <p:txBody>
          <a:bodyPr anchor="b"/>
          <a:lstStyle>
            <a:lvl1pPr marL="0" indent="0">
              <a:buNone/>
              <a:defRPr sz="13417" b="1"/>
            </a:lvl1pPr>
            <a:lvl2pPr marL="2556022" indent="0">
              <a:buNone/>
              <a:defRPr sz="11181" b="1"/>
            </a:lvl2pPr>
            <a:lvl3pPr marL="5112045" indent="0">
              <a:buNone/>
              <a:defRPr sz="10063" b="1"/>
            </a:lvl3pPr>
            <a:lvl4pPr marL="7668067" indent="0">
              <a:buNone/>
              <a:defRPr sz="8945" b="1"/>
            </a:lvl4pPr>
            <a:lvl5pPr marL="10224089" indent="0">
              <a:buNone/>
              <a:defRPr sz="8945" b="1"/>
            </a:lvl5pPr>
            <a:lvl6pPr marL="12780112" indent="0">
              <a:buNone/>
              <a:defRPr sz="8945" b="1"/>
            </a:lvl6pPr>
            <a:lvl7pPr marL="15336134" indent="0">
              <a:buNone/>
              <a:defRPr sz="8945" b="1"/>
            </a:lvl7pPr>
            <a:lvl8pPr marL="17892156" indent="0">
              <a:buNone/>
              <a:defRPr sz="8945" b="1"/>
            </a:lvl8pPr>
            <a:lvl9pPr marL="20448179" indent="0">
              <a:buNone/>
              <a:defRPr sz="8945" b="1"/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25879845" y="18673247"/>
            <a:ext cx="21732945" cy="27465533"/>
          </a:xfrm>
        </p:spPr>
        <p:txBody>
          <a:bodyPr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E5C244-9272-49EA-B6B0-10047BBD6241}" type="datetimeFigureOut">
              <a:rPr lang="es-ES" smtClean="0"/>
              <a:t>08/10/2025</a:t>
            </a:fld>
            <a:endParaRPr lang="es-E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89A41E-705D-411A-8C5C-8E4346AE35FD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24942475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E5C244-9272-49EA-B6B0-10047BBD6241}" type="datetimeFigureOut">
              <a:rPr lang="es-ES" smtClean="0"/>
              <a:t>08/10/2025</a:t>
            </a:fld>
            <a:endParaRPr lang="es-E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89A41E-705D-411A-8C5C-8E4346AE35FD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38307984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E5C244-9272-49EA-B6B0-10047BBD6241}" type="datetimeFigureOut">
              <a:rPr lang="es-ES" smtClean="0"/>
              <a:t>08/10/2025</a:t>
            </a:fld>
            <a:endParaRPr lang="es-E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89A41E-705D-411A-8C5C-8E4346AE35FD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52401833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21205" y="3408045"/>
            <a:ext cx="16487748" cy="11928158"/>
          </a:xfrm>
        </p:spPr>
        <p:txBody>
          <a:bodyPr anchor="b"/>
          <a:lstStyle>
            <a:lvl1pPr>
              <a:defRPr sz="17890"/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1732945" y="7360442"/>
            <a:ext cx="25879842" cy="36328813"/>
          </a:xfrm>
        </p:spPr>
        <p:txBody>
          <a:bodyPr/>
          <a:lstStyle>
            <a:lvl1pPr>
              <a:defRPr sz="17890"/>
            </a:lvl1pPr>
            <a:lvl2pPr>
              <a:defRPr sz="15654"/>
            </a:lvl2pPr>
            <a:lvl3pPr>
              <a:defRPr sz="13417"/>
            </a:lvl3pPr>
            <a:lvl4pPr>
              <a:defRPr sz="11181"/>
            </a:lvl4pPr>
            <a:lvl5pPr>
              <a:defRPr sz="11181"/>
            </a:lvl5pPr>
            <a:lvl6pPr>
              <a:defRPr sz="11181"/>
            </a:lvl6pPr>
            <a:lvl7pPr>
              <a:defRPr sz="11181"/>
            </a:lvl7pPr>
            <a:lvl8pPr>
              <a:defRPr sz="11181"/>
            </a:lvl8pPr>
            <a:lvl9pPr>
              <a:defRPr sz="11181"/>
            </a:lvl9pPr>
          </a:lstStyle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521205" y="15336203"/>
            <a:ext cx="16487748" cy="28412212"/>
          </a:xfrm>
        </p:spPr>
        <p:txBody>
          <a:bodyPr/>
          <a:lstStyle>
            <a:lvl1pPr marL="0" indent="0">
              <a:buNone/>
              <a:defRPr sz="8945"/>
            </a:lvl1pPr>
            <a:lvl2pPr marL="2556022" indent="0">
              <a:buNone/>
              <a:defRPr sz="7827"/>
            </a:lvl2pPr>
            <a:lvl3pPr marL="5112045" indent="0">
              <a:buNone/>
              <a:defRPr sz="6709"/>
            </a:lvl3pPr>
            <a:lvl4pPr marL="7668067" indent="0">
              <a:buNone/>
              <a:defRPr sz="5591"/>
            </a:lvl4pPr>
            <a:lvl5pPr marL="10224089" indent="0">
              <a:buNone/>
              <a:defRPr sz="5591"/>
            </a:lvl5pPr>
            <a:lvl6pPr marL="12780112" indent="0">
              <a:buNone/>
              <a:defRPr sz="5591"/>
            </a:lvl6pPr>
            <a:lvl7pPr marL="15336134" indent="0">
              <a:buNone/>
              <a:defRPr sz="5591"/>
            </a:lvl7pPr>
            <a:lvl8pPr marL="17892156" indent="0">
              <a:buNone/>
              <a:defRPr sz="5591"/>
            </a:lvl8pPr>
            <a:lvl9pPr marL="20448179" indent="0">
              <a:buNone/>
              <a:defRPr sz="5591"/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E5C244-9272-49EA-B6B0-10047BBD6241}" type="datetimeFigureOut">
              <a:rPr lang="es-ES" smtClean="0"/>
              <a:t>08/10/2025</a:t>
            </a:fld>
            <a:endParaRPr lang="es-E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89A41E-705D-411A-8C5C-8E4346AE35FD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84116628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21205" y="3408045"/>
            <a:ext cx="16487748" cy="11928158"/>
          </a:xfrm>
        </p:spPr>
        <p:txBody>
          <a:bodyPr anchor="b"/>
          <a:lstStyle>
            <a:lvl1pPr>
              <a:defRPr sz="17890"/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1732945" y="7360442"/>
            <a:ext cx="25879842" cy="36328813"/>
          </a:xfrm>
        </p:spPr>
        <p:txBody>
          <a:bodyPr anchor="t"/>
          <a:lstStyle>
            <a:lvl1pPr marL="0" indent="0">
              <a:buNone/>
              <a:defRPr sz="17890"/>
            </a:lvl1pPr>
            <a:lvl2pPr marL="2556022" indent="0">
              <a:buNone/>
              <a:defRPr sz="15654"/>
            </a:lvl2pPr>
            <a:lvl3pPr marL="5112045" indent="0">
              <a:buNone/>
              <a:defRPr sz="13417"/>
            </a:lvl3pPr>
            <a:lvl4pPr marL="7668067" indent="0">
              <a:buNone/>
              <a:defRPr sz="11181"/>
            </a:lvl4pPr>
            <a:lvl5pPr marL="10224089" indent="0">
              <a:buNone/>
              <a:defRPr sz="11181"/>
            </a:lvl5pPr>
            <a:lvl6pPr marL="12780112" indent="0">
              <a:buNone/>
              <a:defRPr sz="11181"/>
            </a:lvl6pPr>
            <a:lvl7pPr marL="15336134" indent="0">
              <a:buNone/>
              <a:defRPr sz="11181"/>
            </a:lvl7pPr>
            <a:lvl8pPr marL="17892156" indent="0">
              <a:buNone/>
              <a:defRPr sz="11181"/>
            </a:lvl8pPr>
            <a:lvl9pPr marL="20448179" indent="0">
              <a:buNone/>
              <a:defRPr sz="11181"/>
            </a:lvl9pPr>
          </a:lstStyle>
          <a:p>
            <a:r>
              <a:rPr lang="es-ES" smtClean="0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521205" y="15336203"/>
            <a:ext cx="16487748" cy="28412212"/>
          </a:xfrm>
        </p:spPr>
        <p:txBody>
          <a:bodyPr/>
          <a:lstStyle>
            <a:lvl1pPr marL="0" indent="0">
              <a:buNone/>
              <a:defRPr sz="8945"/>
            </a:lvl1pPr>
            <a:lvl2pPr marL="2556022" indent="0">
              <a:buNone/>
              <a:defRPr sz="7827"/>
            </a:lvl2pPr>
            <a:lvl3pPr marL="5112045" indent="0">
              <a:buNone/>
              <a:defRPr sz="6709"/>
            </a:lvl3pPr>
            <a:lvl4pPr marL="7668067" indent="0">
              <a:buNone/>
              <a:defRPr sz="5591"/>
            </a:lvl4pPr>
            <a:lvl5pPr marL="10224089" indent="0">
              <a:buNone/>
              <a:defRPr sz="5591"/>
            </a:lvl5pPr>
            <a:lvl6pPr marL="12780112" indent="0">
              <a:buNone/>
              <a:defRPr sz="5591"/>
            </a:lvl6pPr>
            <a:lvl7pPr marL="15336134" indent="0">
              <a:buNone/>
              <a:defRPr sz="5591"/>
            </a:lvl7pPr>
            <a:lvl8pPr marL="17892156" indent="0">
              <a:buNone/>
              <a:defRPr sz="5591"/>
            </a:lvl8pPr>
            <a:lvl9pPr marL="20448179" indent="0">
              <a:buNone/>
              <a:defRPr sz="5591"/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E5C244-9272-49EA-B6B0-10047BBD6241}" type="datetimeFigureOut">
              <a:rPr lang="es-ES" smtClean="0"/>
              <a:t>08/10/2025</a:t>
            </a:fld>
            <a:endParaRPr lang="es-E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89A41E-705D-411A-8C5C-8E4346AE35FD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88531447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E5C244-9272-49EA-B6B0-10047BBD6241}" type="datetimeFigureOut">
              <a:rPr lang="es-ES" smtClean="0"/>
              <a:t>08/10/2025</a:t>
            </a:fld>
            <a:endParaRPr lang="es-E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89A41E-705D-411A-8C5C-8E4346AE35FD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47667285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36583236" y="2721703"/>
            <a:ext cx="11022896" cy="43322409"/>
          </a:xfrm>
        </p:spPr>
        <p:txBody>
          <a:bodyPr vert="eaVert"/>
          <a:lstStyle/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514549" y="2721703"/>
            <a:ext cx="32429678" cy="43322409"/>
          </a:xfrm>
        </p:spPr>
        <p:txBody>
          <a:bodyPr vert="eaVert"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E5C244-9272-49EA-B6B0-10047BBD6241}" type="datetimeFigureOut">
              <a:rPr lang="es-ES" smtClean="0"/>
              <a:t>08/10/2025</a:t>
            </a:fld>
            <a:endParaRPr lang="es-E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89A41E-705D-411A-8C5C-8E4346AE35FD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74171316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514547" y="2721714"/>
            <a:ext cx="44091582" cy="988096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514547" y="13608513"/>
            <a:ext cx="44091582" cy="3243559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3514546" y="47381303"/>
            <a:ext cx="11502152" cy="27217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6709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EE5C244-9272-49EA-B6B0-10047BBD6241}" type="datetimeFigureOut">
              <a:rPr lang="es-ES" smtClean="0"/>
              <a:t>08/10/2025</a:t>
            </a:fld>
            <a:endParaRPr lang="es-E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6933724" y="47381303"/>
            <a:ext cx="17253228" cy="27217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6709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E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36103977" y="47381303"/>
            <a:ext cx="11502152" cy="27217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6709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589A41E-705D-411A-8C5C-8E4346AE35FD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39028523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5112045" rtl="0" eaLnBrk="1" latinLnBrk="0" hangingPunct="1">
        <a:lnSpc>
          <a:spcPct val="90000"/>
        </a:lnSpc>
        <a:spcBef>
          <a:spcPct val="0"/>
        </a:spcBef>
        <a:buNone/>
        <a:defRPr sz="24599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278011" indent="-1278011" algn="l" defTabSz="5112045" rtl="0" eaLnBrk="1" latinLnBrk="0" hangingPunct="1">
        <a:lnSpc>
          <a:spcPct val="90000"/>
        </a:lnSpc>
        <a:spcBef>
          <a:spcPts val="5591"/>
        </a:spcBef>
        <a:buFont typeface="Arial" panose="020B0604020202020204" pitchFamily="34" charset="0"/>
        <a:buChar char="•"/>
        <a:defRPr sz="15654" kern="1200">
          <a:solidFill>
            <a:schemeClr val="tx1"/>
          </a:solidFill>
          <a:latin typeface="+mn-lt"/>
          <a:ea typeface="+mn-ea"/>
          <a:cs typeface="+mn-cs"/>
        </a:defRPr>
      </a:lvl1pPr>
      <a:lvl2pPr marL="3834033" indent="-1278011" algn="l" defTabSz="5112045" rtl="0" eaLnBrk="1" latinLnBrk="0" hangingPunct="1">
        <a:lnSpc>
          <a:spcPct val="90000"/>
        </a:lnSpc>
        <a:spcBef>
          <a:spcPts val="2795"/>
        </a:spcBef>
        <a:buFont typeface="Arial" panose="020B0604020202020204" pitchFamily="34" charset="0"/>
        <a:buChar char="•"/>
        <a:defRPr sz="13417" kern="1200">
          <a:solidFill>
            <a:schemeClr val="tx1"/>
          </a:solidFill>
          <a:latin typeface="+mn-lt"/>
          <a:ea typeface="+mn-ea"/>
          <a:cs typeface="+mn-cs"/>
        </a:defRPr>
      </a:lvl2pPr>
      <a:lvl3pPr marL="6390056" indent="-1278011" algn="l" defTabSz="5112045" rtl="0" eaLnBrk="1" latinLnBrk="0" hangingPunct="1">
        <a:lnSpc>
          <a:spcPct val="90000"/>
        </a:lnSpc>
        <a:spcBef>
          <a:spcPts val="2795"/>
        </a:spcBef>
        <a:buFont typeface="Arial" panose="020B0604020202020204" pitchFamily="34" charset="0"/>
        <a:buChar char="•"/>
        <a:defRPr sz="11181" kern="1200">
          <a:solidFill>
            <a:schemeClr val="tx1"/>
          </a:solidFill>
          <a:latin typeface="+mn-lt"/>
          <a:ea typeface="+mn-ea"/>
          <a:cs typeface="+mn-cs"/>
        </a:defRPr>
      </a:lvl3pPr>
      <a:lvl4pPr marL="8946078" indent="-1278011" algn="l" defTabSz="5112045" rtl="0" eaLnBrk="1" latinLnBrk="0" hangingPunct="1">
        <a:lnSpc>
          <a:spcPct val="90000"/>
        </a:lnSpc>
        <a:spcBef>
          <a:spcPts val="2795"/>
        </a:spcBef>
        <a:buFont typeface="Arial" panose="020B0604020202020204" pitchFamily="34" charset="0"/>
        <a:buChar char="•"/>
        <a:defRPr sz="10063" kern="1200">
          <a:solidFill>
            <a:schemeClr val="tx1"/>
          </a:solidFill>
          <a:latin typeface="+mn-lt"/>
          <a:ea typeface="+mn-ea"/>
          <a:cs typeface="+mn-cs"/>
        </a:defRPr>
      </a:lvl4pPr>
      <a:lvl5pPr marL="11502100" indent="-1278011" algn="l" defTabSz="5112045" rtl="0" eaLnBrk="1" latinLnBrk="0" hangingPunct="1">
        <a:lnSpc>
          <a:spcPct val="90000"/>
        </a:lnSpc>
        <a:spcBef>
          <a:spcPts val="2795"/>
        </a:spcBef>
        <a:buFont typeface="Arial" panose="020B0604020202020204" pitchFamily="34" charset="0"/>
        <a:buChar char="•"/>
        <a:defRPr sz="10063" kern="1200">
          <a:solidFill>
            <a:schemeClr val="tx1"/>
          </a:solidFill>
          <a:latin typeface="+mn-lt"/>
          <a:ea typeface="+mn-ea"/>
          <a:cs typeface="+mn-cs"/>
        </a:defRPr>
      </a:lvl5pPr>
      <a:lvl6pPr marL="14058123" indent="-1278011" algn="l" defTabSz="5112045" rtl="0" eaLnBrk="1" latinLnBrk="0" hangingPunct="1">
        <a:lnSpc>
          <a:spcPct val="90000"/>
        </a:lnSpc>
        <a:spcBef>
          <a:spcPts val="2795"/>
        </a:spcBef>
        <a:buFont typeface="Arial" panose="020B0604020202020204" pitchFamily="34" charset="0"/>
        <a:buChar char="•"/>
        <a:defRPr sz="10063" kern="1200">
          <a:solidFill>
            <a:schemeClr val="tx1"/>
          </a:solidFill>
          <a:latin typeface="+mn-lt"/>
          <a:ea typeface="+mn-ea"/>
          <a:cs typeface="+mn-cs"/>
        </a:defRPr>
      </a:lvl6pPr>
      <a:lvl7pPr marL="16614145" indent="-1278011" algn="l" defTabSz="5112045" rtl="0" eaLnBrk="1" latinLnBrk="0" hangingPunct="1">
        <a:lnSpc>
          <a:spcPct val="90000"/>
        </a:lnSpc>
        <a:spcBef>
          <a:spcPts val="2795"/>
        </a:spcBef>
        <a:buFont typeface="Arial" panose="020B0604020202020204" pitchFamily="34" charset="0"/>
        <a:buChar char="•"/>
        <a:defRPr sz="10063" kern="1200">
          <a:solidFill>
            <a:schemeClr val="tx1"/>
          </a:solidFill>
          <a:latin typeface="+mn-lt"/>
          <a:ea typeface="+mn-ea"/>
          <a:cs typeface="+mn-cs"/>
        </a:defRPr>
      </a:lvl7pPr>
      <a:lvl8pPr marL="19170167" indent="-1278011" algn="l" defTabSz="5112045" rtl="0" eaLnBrk="1" latinLnBrk="0" hangingPunct="1">
        <a:lnSpc>
          <a:spcPct val="90000"/>
        </a:lnSpc>
        <a:spcBef>
          <a:spcPts val="2795"/>
        </a:spcBef>
        <a:buFont typeface="Arial" panose="020B0604020202020204" pitchFamily="34" charset="0"/>
        <a:buChar char="•"/>
        <a:defRPr sz="10063" kern="1200">
          <a:solidFill>
            <a:schemeClr val="tx1"/>
          </a:solidFill>
          <a:latin typeface="+mn-lt"/>
          <a:ea typeface="+mn-ea"/>
          <a:cs typeface="+mn-cs"/>
        </a:defRPr>
      </a:lvl8pPr>
      <a:lvl9pPr marL="21726190" indent="-1278011" algn="l" defTabSz="5112045" rtl="0" eaLnBrk="1" latinLnBrk="0" hangingPunct="1">
        <a:lnSpc>
          <a:spcPct val="90000"/>
        </a:lnSpc>
        <a:spcBef>
          <a:spcPts val="2795"/>
        </a:spcBef>
        <a:buFont typeface="Arial" panose="020B0604020202020204" pitchFamily="34" charset="0"/>
        <a:buChar char="•"/>
        <a:defRPr sz="10063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5112045" rtl="0" eaLnBrk="1" latinLnBrk="0" hangingPunct="1">
        <a:defRPr sz="10063" kern="1200">
          <a:solidFill>
            <a:schemeClr val="tx1"/>
          </a:solidFill>
          <a:latin typeface="+mn-lt"/>
          <a:ea typeface="+mn-ea"/>
          <a:cs typeface="+mn-cs"/>
        </a:defRPr>
      </a:lvl1pPr>
      <a:lvl2pPr marL="2556022" algn="l" defTabSz="5112045" rtl="0" eaLnBrk="1" latinLnBrk="0" hangingPunct="1">
        <a:defRPr sz="10063" kern="1200">
          <a:solidFill>
            <a:schemeClr val="tx1"/>
          </a:solidFill>
          <a:latin typeface="+mn-lt"/>
          <a:ea typeface="+mn-ea"/>
          <a:cs typeface="+mn-cs"/>
        </a:defRPr>
      </a:lvl2pPr>
      <a:lvl3pPr marL="5112045" algn="l" defTabSz="5112045" rtl="0" eaLnBrk="1" latinLnBrk="0" hangingPunct="1">
        <a:defRPr sz="10063" kern="1200">
          <a:solidFill>
            <a:schemeClr val="tx1"/>
          </a:solidFill>
          <a:latin typeface="+mn-lt"/>
          <a:ea typeface="+mn-ea"/>
          <a:cs typeface="+mn-cs"/>
        </a:defRPr>
      </a:lvl3pPr>
      <a:lvl4pPr marL="7668067" algn="l" defTabSz="5112045" rtl="0" eaLnBrk="1" latinLnBrk="0" hangingPunct="1">
        <a:defRPr sz="10063" kern="1200">
          <a:solidFill>
            <a:schemeClr val="tx1"/>
          </a:solidFill>
          <a:latin typeface="+mn-lt"/>
          <a:ea typeface="+mn-ea"/>
          <a:cs typeface="+mn-cs"/>
        </a:defRPr>
      </a:lvl4pPr>
      <a:lvl5pPr marL="10224089" algn="l" defTabSz="5112045" rtl="0" eaLnBrk="1" latinLnBrk="0" hangingPunct="1">
        <a:defRPr sz="10063" kern="1200">
          <a:solidFill>
            <a:schemeClr val="tx1"/>
          </a:solidFill>
          <a:latin typeface="+mn-lt"/>
          <a:ea typeface="+mn-ea"/>
          <a:cs typeface="+mn-cs"/>
        </a:defRPr>
      </a:lvl5pPr>
      <a:lvl6pPr marL="12780112" algn="l" defTabSz="5112045" rtl="0" eaLnBrk="1" latinLnBrk="0" hangingPunct="1">
        <a:defRPr sz="10063" kern="1200">
          <a:solidFill>
            <a:schemeClr val="tx1"/>
          </a:solidFill>
          <a:latin typeface="+mn-lt"/>
          <a:ea typeface="+mn-ea"/>
          <a:cs typeface="+mn-cs"/>
        </a:defRPr>
      </a:lvl6pPr>
      <a:lvl7pPr marL="15336134" algn="l" defTabSz="5112045" rtl="0" eaLnBrk="1" latinLnBrk="0" hangingPunct="1">
        <a:defRPr sz="10063" kern="1200">
          <a:solidFill>
            <a:schemeClr val="tx1"/>
          </a:solidFill>
          <a:latin typeface="+mn-lt"/>
          <a:ea typeface="+mn-ea"/>
          <a:cs typeface="+mn-cs"/>
        </a:defRPr>
      </a:lvl7pPr>
      <a:lvl8pPr marL="17892156" algn="l" defTabSz="5112045" rtl="0" eaLnBrk="1" latinLnBrk="0" hangingPunct="1">
        <a:defRPr sz="10063" kern="1200">
          <a:solidFill>
            <a:schemeClr val="tx1"/>
          </a:solidFill>
          <a:latin typeface="+mn-lt"/>
          <a:ea typeface="+mn-ea"/>
          <a:cs typeface="+mn-cs"/>
        </a:defRPr>
      </a:lvl8pPr>
      <a:lvl9pPr marL="20448179" algn="l" defTabSz="5112045" rtl="0" eaLnBrk="1" latinLnBrk="0" hangingPunct="1">
        <a:defRPr sz="10063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ángulo 3"/>
          <p:cNvSpPr/>
          <p:nvPr/>
        </p:nvSpPr>
        <p:spPr>
          <a:xfrm>
            <a:off x="16569432" y="20944697"/>
            <a:ext cx="1130531" cy="64839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s-ES" dirty="0"/>
              <a:t>Alumnos</a:t>
            </a:r>
          </a:p>
        </p:txBody>
      </p:sp>
      <p:sp>
        <p:nvSpPr>
          <p:cNvPr id="5" name="Elipse 4"/>
          <p:cNvSpPr/>
          <p:nvPr/>
        </p:nvSpPr>
        <p:spPr>
          <a:xfrm>
            <a:off x="15031576" y="22657117"/>
            <a:ext cx="1695796" cy="665018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s-ES" dirty="0"/>
              <a:t>Nombre</a:t>
            </a:r>
          </a:p>
        </p:txBody>
      </p:sp>
      <p:cxnSp>
        <p:nvCxnSpPr>
          <p:cNvPr id="7" name="Conector recto de flecha 6"/>
          <p:cNvCxnSpPr>
            <a:stCxn id="4" idx="2"/>
            <a:endCxn id="5" idx="0"/>
          </p:cNvCxnSpPr>
          <p:nvPr/>
        </p:nvCxnSpPr>
        <p:spPr>
          <a:xfrm flipH="1">
            <a:off x="15879474" y="21593090"/>
            <a:ext cx="1255222" cy="106402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Elipse 7"/>
          <p:cNvSpPr/>
          <p:nvPr/>
        </p:nvSpPr>
        <p:spPr>
          <a:xfrm>
            <a:off x="13407543" y="20595563"/>
            <a:ext cx="1695796" cy="665018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s-ES" dirty="0"/>
              <a:t>ID</a:t>
            </a:r>
          </a:p>
        </p:txBody>
      </p:sp>
      <p:cxnSp>
        <p:nvCxnSpPr>
          <p:cNvPr id="9" name="Conector recto de flecha 8"/>
          <p:cNvCxnSpPr>
            <a:stCxn id="4" idx="2"/>
            <a:endCxn id="8" idx="0"/>
          </p:cNvCxnSpPr>
          <p:nvPr/>
        </p:nvCxnSpPr>
        <p:spPr>
          <a:xfrm flipH="1" flipV="1">
            <a:off x="14255441" y="20595563"/>
            <a:ext cx="2879257" cy="99752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Elipse 19"/>
          <p:cNvSpPr/>
          <p:nvPr/>
        </p:nvSpPr>
        <p:spPr>
          <a:xfrm>
            <a:off x="12565466" y="22028726"/>
            <a:ext cx="2466108" cy="665018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s-ES" dirty="0" smtClean="0"/>
              <a:t>Fecha nacimiento</a:t>
            </a:r>
            <a:endParaRPr lang="es-ES" dirty="0"/>
          </a:p>
        </p:txBody>
      </p:sp>
      <p:cxnSp>
        <p:nvCxnSpPr>
          <p:cNvPr id="21" name="Conector recto de flecha 20"/>
          <p:cNvCxnSpPr>
            <a:stCxn id="4" idx="2"/>
            <a:endCxn id="20" idx="0"/>
          </p:cNvCxnSpPr>
          <p:nvPr/>
        </p:nvCxnSpPr>
        <p:spPr>
          <a:xfrm flipH="1">
            <a:off x="13798520" y="21593090"/>
            <a:ext cx="3336178" cy="43563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Rectángulo 27"/>
          <p:cNvSpPr/>
          <p:nvPr/>
        </p:nvSpPr>
        <p:spPr>
          <a:xfrm>
            <a:off x="32794490" y="20620500"/>
            <a:ext cx="1130531" cy="64839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s-ES" dirty="0" smtClean="0"/>
              <a:t>Aula</a:t>
            </a:r>
          </a:p>
        </p:txBody>
      </p:sp>
      <p:sp>
        <p:nvSpPr>
          <p:cNvPr id="29" name="Elipse 28"/>
          <p:cNvSpPr/>
          <p:nvPr/>
        </p:nvSpPr>
        <p:spPr>
          <a:xfrm>
            <a:off x="30010198" y="21680586"/>
            <a:ext cx="1695796" cy="665018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s-ES" dirty="0"/>
              <a:t>Piso</a:t>
            </a:r>
          </a:p>
        </p:txBody>
      </p:sp>
      <p:cxnSp>
        <p:nvCxnSpPr>
          <p:cNvPr id="30" name="Conector recto de flecha 29"/>
          <p:cNvCxnSpPr>
            <a:stCxn id="28" idx="2"/>
            <a:endCxn id="29" idx="0"/>
          </p:cNvCxnSpPr>
          <p:nvPr/>
        </p:nvCxnSpPr>
        <p:spPr>
          <a:xfrm flipH="1">
            <a:off x="30858096" y="21268893"/>
            <a:ext cx="2501660" cy="41169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Elipse 30"/>
          <p:cNvSpPr/>
          <p:nvPr/>
        </p:nvSpPr>
        <p:spPr>
          <a:xfrm>
            <a:off x="34957883" y="22866748"/>
            <a:ext cx="1695796" cy="665018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s-ES" dirty="0" smtClean="0"/>
              <a:t>ID</a:t>
            </a:r>
            <a:endParaRPr lang="es-ES" dirty="0"/>
          </a:p>
        </p:txBody>
      </p:sp>
      <p:cxnSp>
        <p:nvCxnSpPr>
          <p:cNvPr id="32" name="Conector recto de flecha 31"/>
          <p:cNvCxnSpPr>
            <a:stCxn id="28" idx="2"/>
            <a:endCxn id="31" idx="0"/>
          </p:cNvCxnSpPr>
          <p:nvPr/>
        </p:nvCxnSpPr>
        <p:spPr>
          <a:xfrm>
            <a:off x="33359756" y="21268893"/>
            <a:ext cx="2446025" cy="159785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Elipse 32"/>
          <p:cNvSpPr/>
          <p:nvPr/>
        </p:nvSpPr>
        <p:spPr>
          <a:xfrm>
            <a:off x="34721398" y="21507618"/>
            <a:ext cx="3726871" cy="665018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s-ES" dirty="0" smtClean="0"/>
              <a:t>Numero de estudiantes</a:t>
            </a:r>
            <a:endParaRPr lang="es-ES" dirty="0"/>
          </a:p>
        </p:txBody>
      </p:sp>
      <p:cxnSp>
        <p:nvCxnSpPr>
          <p:cNvPr id="34" name="Conector recto de flecha 33"/>
          <p:cNvCxnSpPr>
            <a:stCxn id="28" idx="2"/>
            <a:endCxn id="33" idx="0"/>
          </p:cNvCxnSpPr>
          <p:nvPr/>
        </p:nvCxnSpPr>
        <p:spPr>
          <a:xfrm>
            <a:off x="33359756" y="21268893"/>
            <a:ext cx="3225078" cy="23872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Rectángulo 34"/>
          <p:cNvSpPr/>
          <p:nvPr/>
        </p:nvSpPr>
        <p:spPr>
          <a:xfrm>
            <a:off x="32347679" y="27296311"/>
            <a:ext cx="1424248" cy="64839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s-ES" dirty="0"/>
              <a:t>Profesores </a:t>
            </a:r>
          </a:p>
        </p:txBody>
      </p:sp>
      <p:sp>
        <p:nvSpPr>
          <p:cNvPr id="36" name="Elipse 35"/>
          <p:cNvSpPr/>
          <p:nvPr/>
        </p:nvSpPr>
        <p:spPr>
          <a:xfrm>
            <a:off x="31103541" y="29008731"/>
            <a:ext cx="1695796" cy="665018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s-ES" dirty="0"/>
              <a:t>Nombre</a:t>
            </a:r>
          </a:p>
        </p:txBody>
      </p:sp>
      <p:cxnSp>
        <p:nvCxnSpPr>
          <p:cNvPr id="37" name="Conector recto de flecha 36"/>
          <p:cNvCxnSpPr>
            <a:stCxn id="35" idx="2"/>
            <a:endCxn id="36" idx="0"/>
          </p:cNvCxnSpPr>
          <p:nvPr/>
        </p:nvCxnSpPr>
        <p:spPr>
          <a:xfrm flipH="1">
            <a:off x="31951439" y="27944704"/>
            <a:ext cx="1108364" cy="106402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Elipse 37"/>
          <p:cNvSpPr/>
          <p:nvPr/>
        </p:nvSpPr>
        <p:spPr>
          <a:xfrm>
            <a:off x="33048719" y="29008731"/>
            <a:ext cx="1695796" cy="665018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s-ES" dirty="0" smtClean="0"/>
              <a:t>ID</a:t>
            </a:r>
            <a:endParaRPr lang="es-ES" dirty="0"/>
          </a:p>
        </p:txBody>
      </p:sp>
      <p:cxnSp>
        <p:nvCxnSpPr>
          <p:cNvPr id="39" name="Conector recto de flecha 38"/>
          <p:cNvCxnSpPr>
            <a:stCxn id="35" idx="2"/>
            <a:endCxn id="38" idx="0"/>
          </p:cNvCxnSpPr>
          <p:nvPr/>
        </p:nvCxnSpPr>
        <p:spPr>
          <a:xfrm>
            <a:off x="33059803" y="27944704"/>
            <a:ext cx="836814" cy="106402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Elipse 39"/>
          <p:cNvSpPr/>
          <p:nvPr/>
        </p:nvSpPr>
        <p:spPr>
          <a:xfrm>
            <a:off x="34303940" y="28285524"/>
            <a:ext cx="2157759" cy="665018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s-ES" dirty="0" smtClean="0"/>
              <a:t>Especialidad</a:t>
            </a:r>
            <a:endParaRPr lang="es-ES" dirty="0"/>
          </a:p>
        </p:txBody>
      </p:sp>
      <p:cxnSp>
        <p:nvCxnSpPr>
          <p:cNvPr id="41" name="Conector recto de flecha 40"/>
          <p:cNvCxnSpPr>
            <a:stCxn id="35" idx="2"/>
            <a:endCxn id="40" idx="0"/>
          </p:cNvCxnSpPr>
          <p:nvPr/>
        </p:nvCxnSpPr>
        <p:spPr>
          <a:xfrm>
            <a:off x="33059803" y="27944704"/>
            <a:ext cx="2323017" cy="34082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" name="Rectángulo 44"/>
          <p:cNvSpPr/>
          <p:nvPr/>
        </p:nvSpPr>
        <p:spPr>
          <a:xfrm>
            <a:off x="17233618" y="27479193"/>
            <a:ext cx="1451957" cy="64839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s-ES" dirty="0"/>
              <a:t>Asignaturas</a:t>
            </a:r>
          </a:p>
        </p:txBody>
      </p:sp>
      <p:sp>
        <p:nvSpPr>
          <p:cNvPr id="46" name="Elipse 45"/>
          <p:cNvSpPr/>
          <p:nvPr/>
        </p:nvSpPr>
        <p:spPr>
          <a:xfrm>
            <a:off x="15031576" y="29773498"/>
            <a:ext cx="1695796" cy="665018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s-ES" dirty="0"/>
              <a:t>Nombre</a:t>
            </a:r>
          </a:p>
        </p:txBody>
      </p:sp>
      <p:cxnSp>
        <p:nvCxnSpPr>
          <p:cNvPr id="47" name="Conector recto de flecha 46"/>
          <p:cNvCxnSpPr>
            <a:stCxn id="45" idx="2"/>
            <a:endCxn id="46" idx="0"/>
          </p:cNvCxnSpPr>
          <p:nvPr/>
        </p:nvCxnSpPr>
        <p:spPr>
          <a:xfrm flipH="1">
            <a:off x="15879474" y="28127586"/>
            <a:ext cx="2080123" cy="164591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Elipse 47"/>
          <p:cNvSpPr/>
          <p:nvPr/>
        </p:nvSpPr>
        <p:spPr>
          <a:xfrm>
            <a:off x="16512162" y="30438516"/>
            <a:ext cx="1695796" cy="665018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s-ES" dirty="0" smtClean="0"/>
              <a:t>ID</a:t>
            </a:r>
            <a:endParaRPr lang="es-ES" dirty="0"/>
          </a:p>
        </p:txBody>
      </p:sp>
      <p:cxnSp>
        <p:nvCxnSpPr>
          <p:cNvPr id="49" name="Conector recto de flecha 48"/>
          <p:cNvCxnSpPr>
            <a:stCxn id="45" idx="2"/>
            <a:endCxn id="48" idx="0"/>
          </p:cNvCxnSpPr>
          <p:nvPr/>
        </p:nvCxnSpPr>
        <p:spPr>
          <a:xfrm flipH="1">
            <a:off x="17360060" y="28127586"/>
            <a:ext cx="599537" cy="231093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Elipse 49"/>
          <p:cNvSpPr/>
          <p:nvPr/>
        </p:nvSpPr>
        <p:spPr>
          <a:xfrm>
            <a:off x="18489574" y="30177423"/>
            <a:ext cx="2803173" cy="665018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s-ES" dirty="0" smtClean="0"/>
              <a:t>Material de asignatura</a:t>
            </a:r>
            <a:endParaRPr lang="es-ES" dirty="0"/>
          </a:p>
        </p:txBody>
      </p:sp>
      <p:cxnSp>
        <p:nvCxnSpPr>
          <p:cNvPr id="51" name="Conector recto de flecha 50"/>
          <p:cNvCxnSpPr>
            <a:stCxn id="45" idx="2"/>
            <a:endCxn id="50" idx="0"/>
          </p:cNvCxnSpPr>
          <p:nvPr/>
        </p:nvCxnSpPr>
        <p:spPr>
          <a:xfrm>
            <a:off x="17959597" y="28127586"/>
            <a:ext cx="1931564" cy="204983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5" name="Rectángulo 54"/>
          <p:cNvSpPr/>
          <p:nvPr/>
        </p:nvSpPr>
        <p:spPr>
          <a:xfrm>
            <a:off x="25044888" y="28374543"/>
            <a:ext cx="1451957" cy="64839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s-ES" dirty="0"/>
              <a:t>Cursos</a:t>
            </a:r>
          </a:p>
        </p:txBody>
      </p:sp>
      <p:sp>
        <p:nvSpPr>
          <p:cNvPr id="56" name="Elipse 55"/>
          <p:cNvSpPr/>
          <p:nvPr/>
        </p:nvSpPr>
        <p:spPr>
          <a:xfrm>
            <a:off x="23227171" y="29405320"/>
            <a:ext cx="1695796" cy="665018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s-ES" dirty="0"/>
              <a:t>Nombre</a:t>
            </a:r>
          </a:p>
        </p:txBody>
      </p:sp>
      <p:cxnSp>
        <p:nvCxnSpPr>
          <p:cNvPr id="57" name="Conector recto de flecha 56"/>
          <p:cNvCxnSpPr>
            <a:stCxn id="55" idx="2"/>
            <a:endCxn id="56" idx="0"/>
          </p:cNvCxnSpPr>
          <p:nvPr/>
        </p:nvCxnSpPr>
        <p:spPr>
          <a:xfrm flipH="1">
            <a:off x="24075069" y="29022934"/>
            <a:ext cx="1695796" cy="38238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8" name="Elipse 57"/>
          <p:cNvSpPr/>
          <p:nvPr/>
        </p:nvSpPr>
        <p:spPr>
          <a:xfrm>
            <a:off x="25078139" y="29488449"/>
            <a:ext cx="1695796" cy="665018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s-ES" dirty="0" smtClean="0"/>
              <a:t>ID</a:t>
            </a:r>
            <a:endParaRPr lang="es-ES" dirty="0"/>
          </a:p>
        </p:txBody>
      </p:sp>
      <p:cxnSp>
        <p:nvCxnSpPr>
          <p:cNvPr id="59" name="Conector recto de flecha 58"/>
          <p:cNvCxnSpPr>
            <a:stCxn id="55" idx="2"/>
            <a:endCxn id="58" idx="0"/>
          </p:cNvCxnSpPr>
          <p:nvPr/>
        </p:nvCxnSpPr>
        <p:spPr>
          <a:xfrm>
            <a:off x="25770865" y="29022936"/>
            <a:ext cx="155172" cy="46551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0" name="Elipse 59"/>
          <p:cNvSpPr/>
          <p:nvPr/>
        </p:nvSpPr>
        <p:spPr>
          <a:xfrm>
            <a:off x="27028858" y="29363756"/>
            <a:ext cx="1695796" cy="665018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s-ES" dirty="0"/>
          </a:p>
        </p:txBody>
      </p:sp>
      <p:cxnSp>
        <p:nvCxnSpPr>
          <p:cNvPr id="61" name="Conector recto de flecha 60"/>
          <p:cNvCxnSpPr>
            <a:stCxn id="55" idx="2"/>
            <a:endCxn id="60" idx="0"/>
          </p:cNvCxnSpPr>
          <p:nvPr/>
        </p:nvCxnSpPr>
        <p:spPr>
          <a:xfrm>
            <a:off x="25770867" y="29022934"/>
            <a:ext cx="2105891" cy="34082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7" name="Rectángulo 66"/>
          <p:cNvSpPr/>
          <p:nvPr/>
        </p:nvSpPr>
        <p:spPr>
          <a:xfrm>
            <a:off x="30379756" y="31469702"/>
            <a:ext cx="1753755" cy="64839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s-ES" dirty="0" smtClean="0"/>
              <a:t>Mantenimiento</a:t>
            </a:r>
            <a:endParaRPr lang="es-ES" dirty="0"/>
          </a:p>
        </p:txBody>
      </p:sp>
      <p:sp>
        <p:nvSpPr>
          <p:cNvPr id="68" name="Elipse 67"/>
          <p:cNvSpPr/>
          <p:nvPr/>
        </p:nvSpPr>
        <p:spPr>
          <a:xfrm>
            <a:off x="28863837" y="32500479"/>
            <a:ext cx="1695796" cy="665018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s-ES" dirty="0"/>
              <a:t>Nombre</a:t>
            </a:r>
          </a:p>
        </p:txBody>
      </p:sp>
      <p:cxnSp>
        <p:nvCxnSpPr>
          <p:cNvPr id="69" name="Conector recto de flecha 68"/>
          <p:cNvCxnSpPr>
            <a:stCxn id="67" idx="2"/>
            <a:endCxn id="68" idx="0"/>
          </p:cNvCxnSpPr>
          <p:nvPr/>
        </p:nvCxnSpPr>
        <p:spPr>
          <a:xfrm flipH="1">
            <a:off x="29711735" y="32118095"/>
            <a:ext cx="1544899" cy="38238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0" name="Elipse 69"/>
          <p:cNvSpPr/>
          <p:nvPr/>
        </p:nvSpPr>
        <p:spPr>
          <a:xfrm>
            <a:off x="30714805" y="32583608"/>
            <a:ext cx="1695796" cy="665018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s-ES" dirty="0" smtClean="0"/>
              <a:t>ID</a:t>
            </a:r>
            <a:endParaRPr lang="es-ES" dirty="0"/>
          </a:p>
        </p:txBody>
      </p:sp>
      <p:cxnSp>
        <p:nvCxnSpPr>
          <p:cNvPr id="71" name="Conector recto de flecha 70"/>
          <p:cNvCxnSpPr>
            <a:stCxn id="67" idx="2"/>
            <a:endCxn id="70" idx="0"/>
          </p:cNvCxnSpPr>
          <p:nvPr/>
        </p:nvCxnSpPr>
        <p:spPr>
          <a:xfrm>
            <a:off x="31256634" y="32118095"/>
            <a:ext cx="306069" cy="46551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2" name="Elipse 71"/>
          <p:cNvSpPr/>
          <p:nvPr/>
        </p:nvSpPr>
        <p:spPr>
          <a:xfrm>
            <a:off x="32665524" y="32458915"/>
            <a:ext cx="1695796" cy="665018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s-ES" dirty="0"/>
          </a:p>
        </p:txBody>
      </p:sp>
      <p:cxnSp>
        <p:nvCxnSpPr>
          <p:cNvPr id="73" name="Conector recto de flecha 72"/>
          <p:cNvCxnSpPr>
            <a:stCxn id="67" idx="2"/>
            <a:endCxn id="72" idx="0"/>
          </p:cNvCxnSpPr>
          <p:nvPr/>
        </p:nvCxnSpPr>
        <p:spPr>
          <a:xfrm>
            <a:off x="31256634" y="32118095"/>
            <a:ext cx="2256788" cy="34082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7" name="Rectángulo 76"/>
          <p:cNvSpPr/>
          <p:nvPr/>
        </p:nvSpPr>
        <p:spPr>
          <a:xfrm>
            <a:off x="36162501" y="31464613"/>
            <a:ext cx="1753755" cy="64839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s-ES" dirty="0" smtClean="0"/>
              <a:t>Administrativos</a:t>
            </a:r>
          </a:p>
        </p:txBody>
      </p:sp>
      <p:sp>
        <p:nvSpPr>
          <p:cNvPr id="78" name="Elipse 77"/>
          <p:cNvSpPr/>
          <p:nvPr/>
        </p:nvSpPr>
        <p:spPr>
          <a:xfrm>
            <a:off x="34646582" y="32495390"/>
            <a:ext cx="1695796" cy="665018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s-ES" dirty="0"/>
              <a:t>Nombre</a:t>
            </a:r>
          </a:p>
        </p:txBody>
      </p:sp>
      <p:cxnSp>
        <p:nvCxnSpPr>
          <p:cNvPr id="79" name="Conector recto de flecha 78"/>
          <p:cNvCxnSpPr>
            <a:stCxn id="77" idx="2"/>
            <a:endCxn id="78" idx="0"/>
          </p:cNvCxnSpPr>
          <p:nvPr/>
        </p:nvCxnSpPr>
        <p:spPr>
          <a:xfrm flipH="1">
            <a:off x="35494480" y="32113006"/>
            <a:ext cx="1544899" cy="38238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0" name="Elipse 79"/>
          <p:cNvSpPr/>
          <p:nvPr/>
        </p:nvSpPr>
        <p:spPr>
          <a:xfrm>
            <a:off x="36497550" y="32578519"/>
            <a:ext cx="1695796" cy="665018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s-ES" dirty="0" smtClean="0"/>
              <a:t>ID</a:t>
            </a:r>
            <a:endParaRPr lang="es-ES" dirty="0"/>
          </a:p>
        </p:txBody>
      </p:sp>
      <p:cxnSp>
        <p:nvCxnSpPr>
          <p:cNvPr id="81" name="Conector recto de flecha 80"/>
          <p:cNvCxnSpPr>
            <a:stCxn id="77" idx="2"/>
            <a:endCxn id="80" idx="0"/>
          </p:cNvCxnSpPr>
          <p:nvPr/>
        </p:nvCxnSpPr>
        <p:spPr>
          <a:xfrm>
            <a:off x="37039379" y="32113006"/>
            <a:ext cx="306069" cy="46551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2" name="Elipse 81"/>
          <p:cNvSpPr/>
          <p:nvPr/>
        </p:nvSpPr>
        <p:spPr>
          <a:xfrm>
            <a:off x="38448269" y="32453826"/>
            <a:ext cx="1695796" cy="665018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s-ES" dirty="0"/>
          </a:p>
        </p:txBody>
      </p:sp>
      <p:cxnSp>
        <p:nvCxnSpPr>
          <p:cNvPr id="83" name="Conector recto de flecha 82"/>
          <p:cNvCxnSpPr>
            <a:stCxn id="77" idx="2"/>
            <a:endCxn id="82" idx="0"/>
          </p:cNvCxnSpPr>
          <p:nvPr/>
        </p:nvCxnSpPr>
        <p:spPr>
          <a:xfrm>
            <a:off x="37039379" y="32113006"/>
            <a:ext cx="2256788" cy="34082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2" name="Elipse 91"/>
          <p:cNvSpPr/>
          <p:nvPr/>
        </p:nvSpPr>
        <p:spPr>
          <a:xfrm>
            <a:off x="12682002" y="28618033"/>
            <a:ext cx="2803173" cy="665018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s-ES" dirty="0" smtClean="0"/>
              <a:t>Numero de horas</a:t>
            </a:r>
            <a:endParaRPr lang="es-ES" dirty="0"/>
          </a:p>
        </p:txBody>
      </p:sp>
      <p:cxnSp>
        <p:nvCxnSpPr>
          <p:cNvPr id="93" name="Conector recto de flecha 92"/>
          <p:cNvCxnSpPr>
            <a:stCxn id="45" idx="2"/>
            <a:endCxn id="92" idx="0"/>
          </p:cNvCxnSpPr>
          <p:nvPr/>
        </p:nvCxnSpPr>
        <p:spPr>
          <a:xfrm flipH="1">
            <a:off x="14083589" y="28127586"/>
            <a:ext cx="3876008" cy="49044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7" name="Decisión 96"/>
          <p:cNvSpPr/>
          <p:nvPr/>
        </p:nvSpPr>
        <p:spPr>
          <a:xfrm>
            <a:off x="17150922" y="23696662"/>
            <a:ext cx="2677304" cy="1790700"/>
          </a:xfrm>
          <a:prstGeom prst="flowChartDecision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 smtClean="0"/>
              <a:t>Cursan</a:t>
            </a:r>
            <a:endParaRPr lang="es-ES" dirty="0"/>
          </a:p>
        </p:txBody>
      </p:sp>
      <p:cxnSp>
        <p:nvCxnSpPr>
          <p:cNvPr id="100" name="Conector recto de flecha 99"/>
          <p:cNvCxnSpPr>
            <a:stCxn id="4" idx="2"/>
            <a:endCxn id="97" idx="0"/>
          </p:cNvCxnSpPr>
          <p:nvPr/>
        </p:nvCxnSpPr>
        <p:spPr>
          <a:xfrm>
            <a:off x="17134698" y="21593090"/>
            <a:ext cx="1354876" cy="210357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3" name="Conector recto de flecha 102"/>
          <p:cNvCxnSpPr>
            <a:stCxn id="97" idx="2"/>
            <a:endCxn id="45" idx="0"/>
          </p:cNvCxnSpPr>
          <p:nvPr/>
        </p:nvCxnSpPr>
        <p:spPr>
          <a:xfrm flipH="1">
            <a:off x="17959597" y="25487362"/>
            <a:ext cx="529977" cy="199183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6" name="Decisión 105"/>
          <p:cNvSpPr/>
          <p:nvPr/>
        </p:nvSpPr>
        <p:spPr>
          <a:xfrm>
            <a:off x="24168147" y="23094034"/>
            <a:ext cx="2677304" cy="1790700"/>
          </a:xfrm>
          <a:prstGeom prst="flowChartDecision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 smtClean="0"/>
              <a:t>Imparten</a:t>
            </a:r>
            <a:endParaRPr lang="es-ES" dirty="0"/>
          </a:p>
        </p:txBody>
      </p:sp>
      <p:sp>
        <p:nvSpPr>
          <p:cNvPr id="111" name="CuadroTexto 110"/>
          <p:cNvSpPr txBox="1"/>
          <p:nvPr/>
        </p:nvSpPr>
        <p:spPr>
          <a:xfrm>
            <a:off x="17887950" y="23322135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dirty="0" smtClean="0"/>
              <a:t>1</a:t>
            </a:r>
            <a:endParaRPr lang="es-ES" dirty="0"/>
          </a:p>
        </p:txBody>
      </p:sp>
      <p:sp>
        <p:nvSpPr>
          <p:cNvPr id="112" name="CuadroTexto 111"/>
          <p:cNvSpPr txBox="1"/>
          <p:nvPr/>
        </p:nvSpPr>
        <p:spPr>
          <a:xfrm>
            <a:off x="18038793" y="25631775"/>
            <a:ext cx="92365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dirty="0" smtClean="0"/>
              <a:t>Muchas</a:t>
            </a:r>
            <a:endParaRPr lang="es-ES" dirty="0"/>
          </a:p>
        </p:txBody>
      </p:sp>
      <p:sp>
        <p:nvSpPr>
          <p:cNvPr id="114" name="Decisión 113"/>
          <p:cNvSpPr/>
          <p:nvPr/>
        </p:nvSpPr>
        <p:spPr>
          <a:xfrm>
            <a:off x="24257709" y="20333807"/>
            <a:ext cx="2677304" cy="1790700"/>
          </a:xfrm>
          <a:prstGeom prst="flowChartDecision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 smtClean="0"/>
              <a:t>Asisten</a:t>
            </a:r>
            <a:endParaRPr lang="es-ES" dirty="0"/>
          </a:p>
        </p:txBody>
      </p:sp>
      <p:cxnSp>
        <p:nvCxnSpPr>
          <p:cNvPr id="115" name="Conector recto de flecha 114"/>
          <p:cNvCxnSpPr>
            <a:stCxn id="4" idx="3"/>
            <a:endCxn id="114" idx="1"/>
          </p:cNvCxnSpPr>
          <p:nvPr/>
        </p:nvCxnSpPr>
        <p:spPr>
          <a:xfrm flipV="1">
            <a:off x="17699963" y="21229157"/>
            <a:ext cx="6557746" cy="3973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8" name="Conector recto de flecha 117"/>
          <p:cNvCxnSpPr>
            <a:stCxn id="114" idx="3"/>
            <a:endCxn id="28" idx="1"/>
          </p:cNvCxnSpPr>
          <p:nvPr/>
        </p:nvCxnSpPr>
        <p:spPr>
          <a:xfrm flipV="1">
            <a:off x="26935013" y="20944697"/>
            <a:ext cx="5859477" cy="28446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1" name="CuadroTexto 120"/>
          <p:cNvSpPr txBox="1"/>
          <p:nvPr/>
        </p:nvSpPr>
        <p:spPr>
          <a:xfrm>
            <a:off x="22800295" y="20855658"/>
            <a:ext cx="93487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dirty="0" smtClean="0"/>
              <a:t>Muchos</a:t>
            </a:r>
            <a:endParaRPr lang="es-ES" dirty="0"/>
          </a:p>
        </p:txBody>
      </p:sp>
      <p:sp>
        <p:nvSpPr>
          <p:cNvPr id="122" name="CuadroTexto 121"/>
          <p:cNvSpPr txBox="1"/>
          <p:nvPr/>
        </p:nvSpPr>
        <p:spPr>
          <a:xfrm>
            <a:off x="27299556" y="20820004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dirty="0" smtClean="0"/>
              <a:t>1</a:t>
            </a:r>
            <a:endParaRPr lang="es-ES" dirty="0"/>
          </a:p>
        </p:txBody>
      </p:sp>
      <p:cxnSp>
        <p:nvCxnSpPr>
          <p:cNvPr id="126" name="Conector recto de flecha 125"/>
          <p:cNvCxnSpPr>
            <a:stCxn id="35" idx="0"/>
            <a:endCxn id="106" idx="3"/>
          </p:cNvCxnSpPr>
          <p:nvPr/>
        </p:nvCxnSpPr>
        <p:spPr>
          <a:xfrm flipH="1" flipV="1">
            <a:off x="26845451" y="23989384"/>
            <a:ext cx="6214352" cy="330692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8" name="Conector recto de flecha 127"/>
          <p:cNvCxnSpPr>
            <a:stCxn id="106" idx="1"/>
            <a:endCxn id="45" idx="3"/>
          </p:cNvCxnSpPr>
          <p:nvPr/>
        </p:nvCxnSpPr>
        <p:spPr>
          <a:xfrm flipH="1">
            <a:off x="18685575" y="23989384"/>
            <a:ext cx="5482572" cy="381400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2" name="CuadroTexto 131"/>
          <p:cNvSpPr txBox="1"/>
          <p:nvPr/>
        </p:nvSpPr>
        <p:spPr>
          <a:xfrm>
            <a:off x="27547080" y="23933510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dirty="0" smtClean="0"/>
              <a:t>1</a:t>
            </a:r>
            <a:endParaRPr lang="es-ES" dirty="0"/>
          </a:p>
        </p:txBody>
      </p:sp>
      <p:sp>
        <p:nvSpPr>
          <p:cNvPr id="133" name="CuadroTexto 132"/>
          <p:cNvSpPr txBox="1"/>
          <p:nvPr/>
        </p:nvSpPr>
        <p:spPr>
          <a:xfrm>
            <a:off x="23469600" y="24118176"/>
            <a:ext cx="92365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dirty="0" smtClean="0"/>
              <a:t>Muchas</a:t>
            </a:r>
            <a:endParaRPr lang="es-ES" dirty="0"/>
          </a:p>
        </p:txBody>
      </p:sp>
      <p:sp>
        <p:nvSpPr>
          <p:cNvPr id="134" name="Decisión 133"/>
          <p:cNvSpPr/>
          <p:nvPr/>
        </p:nvSpPr>
        <p:spPr>
          <a:xfrm>
            <a:off x="27074791" y="22187620"/>
            <a:ext cx="2710817" cy="1491885"/>
          </a:xfrm>
          <a:prstGeom prst="flowChartDecision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 smtClean="0"/>
              <a:t>Aprenden</a:t>
            </a:r>
            <a:endParaRPr lang="es-ES" dirty="0"/>
          </a:p>
        </p:txBody>
      </p:sp>
      <p:cxnSp>
        <p:nvCxnSpPr>
          <p:cNvPr id="138" name="Conector recto de flecha 137"/>
          <p:cNvCxnSpPr>
            <a:stCxn id="4" idx="3"/>
            <a:endCxn id="134" idx="1"/>
          </p:cNvCxnSpPr>
          <p:nvPr/>
        </p:nvCxnSpPr>
        <p:spPr>
          <a:xfrm>
            <a:off x="17699963" y="21268894"/>
            <a:ext cx="9374828" cy="166466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0" name="Conector recto de flecha 139"/>
          <p:cNvCxnSpPr>
            <a:stCxn id="134" idx="3"/>
            <a:endCxn id="35" idx="1"/>
          </p:cNvCxnSpPr>
          <p:nvPr/>
        </p:nvCxnSpPr>
        <p:spPr>
          <a:xfrm>
            <a:off x="29785608" y="22933563"/>
            <a:ext cx="2562071" cy="468694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3" name="CuadroTexto 142"/>
          <p:cNvSpPr txBox="1"/>
          <p:nvPr/>
        </p:nvSpPr>
        <p:spPr>
          <a:xfrm>
            <a:off x="25797176" y="22321390"/>
            <a:ext cx="93487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dirty="0" smtClean="0">
                <a:solidFill>
                  <a:srgbClr val="FF0000"/>
                </a:solidFill>
              </a:rPr>
              <a:t>Muchos</a:t>
            </a:r>
            <a:endParaRPr lang="es-ES" dirty="0">
              <a:solidFill>
                <a:srgbClr val="FF0000"/>
              </a:solidFill>
            </a:endParaRPr>
          </a:p>
        </p:txBody>
      </p:sp>
      <p:sp>
        <p:nvSpPr>
          <p:cNvPr id="144" name="CuadroTexto 143"/>
          <p:cNvSpPr txBox="1"/>
          <p:nvPr/>
        </p:nvSpPr>
        <p:spPr>
          <a:xfrm>
            <a:off x="29542763" y="23215727"/>
            <a:ext cx="93487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dirty="0" smtClean="0">
                <a:solidFill>
                  <a:srgbClr val="FF0000"/>
                </a:solidFill>
              </a:rPr>
              <a:t>Muchos</a:t>
            </a:r>
            <a:endParaRPr lang="es-ES" dirty="0">
              <a:solidFill>
                <a:srgbClr val="FF0000"/>
              </a:solidFill>
            </a:endParaRPr>
          </a:p>
        </p:txBody>
      </p:sp>
      <p:sp>
        <p:nvSpPr>
          <p:cNvPr id="145" name="Decisión 144"/>
          <p:cNvSpPr/>
          <p:nvPr/>
        </p:nvSpPr>
        <p:spPr>
          <a:xfrm>
            <a:off x="31951439" y="23767351"/>
            <a:ext cx="2677304" cy="1790700"/>
          </a:xfrm>
          <a:prstGeom prst="flowChartDecision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 smtClean="0"/>
              <a:t>Dan clase</a:t>
            </a:r>
            <a:endParaRPr lang="es-ES" dirty="0"/>
          </a:p>
        </p:txBody>
      </p:sp>
      <p:cxnSp>
        <p:nvCxnSpPr>
          <p:cNvPr id="146" name="Conector recto de flecha 145"/>
          <p:cNvCxnSpPr>
            <a:stCxn id="35" idx="0"/>
            <a:endCxn id="145" idx="2"/>
          </p:cNvCxnSpPr>
          <p:nvPr/>
        </p:nvCxnSpPr>
        <p:spPr>
          <a:xfrm flipV="1">
            <a:off x="33059803" y="25558051"/>
            <a:ext cx="230288" cy="173826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7" name="Conector recto de flecha 156"/>
          <p:cNvCxnSpPr>
            <a:stCxn id="145" idx="0"/>
            <a:endCxn id="28" idx="2"/>
          </p:cNvCxnSpPr>
          <p:nvPr/>
        </p:nvCxnSpPr>
        <p:spPr>
          <a:xfrm flipV="1">
            <a:off x="33290091" y="21268893"/>
            <a:ext cx="69665" cy="249845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0" name="Decisión 159"/>
          <p:cNvSpPr/>
          <p:nvPr/>
        </p:nvSpPr>
        <p:spPr>
          <a:xfrm>
            <a:off x="20362242" y="27159842"/>
            <a:ext cx="2677304" cy="1790700"/>
          </a:xfrm>
          <a:prstGeom prst="flowChartDecision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 smtClean="0"/>
              <a:t>Tienen</a:t>
            </a:r>
            <a:endParaRPr lang="es-ES" dirty="0"/>
          </a:p>
        </p:txBody>
      </p:sp>
      <p:cxnSp>
        <p:nvCxnSpPr>
          <p:cNvPr id="196" name="Conector recto de flecha 195"/>
          <p:cNvCxnSpPr>
            <a:stCxn id="55" idx="1"/>
            <a:endCxn id="160" idx="3"/>
          </p:cNvCxnSpPr>
          <p:nvPr/>
        </p:nvCxnSpPr>
        <p:spPr>
          <a:xfrm flipH="1" flipV="1">
            <a:off x="23039546" y="28055192"/>
            <a:ext cx="2005342" cy="64354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9" name="Conector recto de flecha 198"/>
          <p:cNvCxnSpPr>
            <a:stCxn id="160" idx="1"/>
            <a:endCxn id="45" idx="3"/>
          </p:cNvCxnSpPr>
          <p:nvPr/>
        </p:nvCxnSpPr>
        <p:spPr>
          <a:xfrm flipH="1" flipV="1">
            <a:off x="18685575" y="27803390"/>
            <a:ext cx="1676667" cy="25180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2" name="CuadroTexto 201"/>
          <p:cNvSpPr txBox="1"/>
          <p:nvPr/>
        </p:nvSpPr>
        <p:spPr>
          <a:xfrm>
            <a:off x="27557575" y="23933510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dirty="0" smtClean="0"/>
              <a:t>1</a:t>
            </a:r>
            <a:endParaRPr lang="es-ES" dirty="0"/>
          </a:p>
        </p:txBody>
      </p:sp>
      <p:sp>
        <p:nvSpPr>
          <p:cNvPr id="203" name="CuadroTexto 202"/>
          <p:cNvSpPr txBox="1"/>
          <p:nvPr/>
        </p:nvSpPr>
        <p:spPr>
          <a:xfrm>
            <a:off x="23199609" y="27822968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dirty="0" smtClean="0"/>
              <a:t>1</a:t>
            </a:r>
            <a:endParaRPr lang="es-ES" dirty="0"/>
          </a:p>
        </p:txBody>
      </p:sp>
      <p:sp>
        <p:nvSpPr>
          <p:cNvPr id="204" name="CuadroTexto 203"/>
          <p:cNvSpPr txBox="1"/>
          <p:nvPr/>
        </p:nvSpPr>
        <p:spPr>
          <a:xfrm>
            <a:off x="19429334" y="27745782"/>
            <a:ext cx="92365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dirty="0" smtClean="0"/>
              <a:t>Muchas</a:t>
            </a:r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3484948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Tema de Office">
  <a:themeElements>
    <a:clrScheme name="Tema de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Tema de 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Tema de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113</TotalTime>
  <Words>51</Words>
  <Application>Microsoft Office PowerPoint</Application>
  <PresentationFormat>Personalizado</PresentationFormat>
  <Paragraphs>43</Paragraphs>
  <Slides>1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Tema de Office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DANIEL PARRA SEGOVIA</dc:creator>
  <cp:lastModifiedBy>DANIEL PARRA SEGOVIA</cp:lastModifiedBy>
  <cp:revision>8</cp:revision>
  <dcterms:created xsi:type="dcterms:W3CDTF">2025-10-08T10:16:26Z</dcterms:created>
  <dcterms:modified xsi:type="dcterms:W3CDTF">2025-10-08T12:10:16Z</dcterms:modified>
</cp:coreProperties>
</file>